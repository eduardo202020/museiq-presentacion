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Anton"/>
      <p:regular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nton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54B7C"/>
            </a:gs>
            <a:gs pos="100000">
              <a:srgbClr val="0067BB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7706065" y="1965414"/>
            <a:ext cx="11484073" cy="3808842"/>
            <a:chOff x="0" y="-95250"/>
            <a:chExt cx="3024612" cy="1003152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3024612" cy="907902"/>
            </a:xfrm>
            <a:custGeom>
              <a:rect b="b" l="l" r="r" t="t"/>
              <a:pathLst>
                <a:path extrusionOk="0" h="907902" w="3024612">
                  <a:moveTo>
                    <a:pt x="34381" y="0"/>
                  </a:moveTo>
                  <a:lnTo>
                    <a:pt x="2990230" y="0"/>
                  </a:lnTo>
                  <a:cubicBezTo>
                    <a:pt x="2999349" y="0"/>
                    <a:pt x="3008094" y="3622"/>
                    <a:pt x="3014542" y="10070"/>
                  </a:cubicBezTo>
                  <a:cubicBezTo>
                    <a:pt x="3020990" y="16518"/>
                    <a:pt x="3024612" y="25263"/>
                    <a:pt x="3024612" y="34381"/>
                  </a:cubicBezTo>
                  <a:lnTo>
                    <a:pt x="3024612" y="873521"/>
                  </a:lnTo>
                  <a:cubicBezTo>
                    <a:pt x="3024612" y="882639"/>
                    <a:pt x="3020990" y="891384"/>
                    <a:pt x="3014542" y="897832"/>
                  </a:cubicBezTo>
                  <a:cubicBezTo>
                    <a:pt x="3008094" y="904279"/>
                    <a:pt x="2999349" y="907902"/>
                    <a:pt x="2990230" y="907902"/>
                  </a:cubicBezTo>
                  <a:lnTo>
                    <a:pt x="34381" y="907902"/>
                  </a:lnTo>
                  <a:cubicBezTo>
                    <a:pt x="15393" y="907902"/>
                    <a:pt x="0" y="892509"/>
                    <a:pt x="0" y="873521"/>
                  </a:cubicBezTo>
                  <a:lnTo>
                    <a:pt x="0" y="34381"/>
                  </a:lnTo>
                  <a:cubicBezTo>
                    <a:pt x="0" y="25263"/>
                    <a:pt x="3622" y="16518"/>
                    <a:pt x="10070" y="10070"/>
                  </a:cubicBezTo>
                  <a:cubicBezTo>
                    <a:pt x="16518" y="3622"/>
                    <a:pt x="25263" y="0"/>
                    <a:pt x="34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95250"/>
              <a:ext cx="3024612" cy="100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1313200" y="8693136"/>
            <a:ext cx="6392865" cy="3287494"/>
            <a:chOff x="0" y="-95250"/>
            <a:chExt cx="1683718" cy="865842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1683718" cy="770592"/>
            </a:xfrm>
            <a:custGeom>
              <a:rect b="b" l="l" r="r" t="t"/>
              <a:pathLst>
                <a:path extrusionOk="0" h="770592" w="1683718">
                  <a:moveTo>
                    <a:pt x="89616" y="0"/>
                  </a:moveTo>
                  <a:lnTo>
                    <a:pt x="1594102" y="0"/>
                  </a:lnTo>
                  <a:cubicBezTo>
                    <a:pt x="1643595" y="0"/>
                    <a:pt x="1683718" y="40122"/>
                    <a:pt x="1683718" y="89616"/>
                  </a:cubicBezTo>
                  <a:lnTo>
                    <a:pt x="1683718" y="680976"/>
                  </a:lnTo>
                  <a:cubicBezTo>
                    <a:pt x="1683718" y="704744"/>
                    <a:pt x="1674276" y="727538"/>
                    <a:pt x="1657470" y="744344"/>
                  </a:cubicBezTo>
                  <a:cubicBezTo>
                    <a:pt x="1640663" y="761150"/>
                    <a:pt x="1617869" y="770592"/>
                    <a:pt x="1594102" y="770592"/>
                  </a:cubicBezTo>
                  <a:lnTo>
                    <a:pt x="89616" y="770592"/>
                  </a:lnTo>
                  <a:cubicBezTo>
                    <a:pt x="65848" y="770592"/>
                    <a:pt x="43054" y="761150"/>
                    <a:pt x="26248" y="744344"/>
                  </a:cubicBezTo>
                  <a:cubicBezTo>
                    <a:pt x="9442" y="727538"/>
                    <a:pt x="0" y="704744"/>
                    <a:pt x="0" y="680976"/>
                  </a:cubicBezTo>
                  <a:lnTo>
                    <a:pt x="0" y="89616"/>
                  </a:lnTo>
                  <a:cubicBezTo>
                    <a:pt x="0" y="65848"/>
                    <a:pt x="9442" y="43054"/>
                    <a:pt x="26248" y="26248"/>
                  </a:cubicBezTo>
                  <a:cubicBezTo>
                    <a:pt x="43054" y="9442"/>
                    <a:pt x="65848" y="0"/>
                    <a:pt x="89616" y="0"/>
                  </a:cubicBezTo>
                  <a:close/>
                </a:path>
              </a:pathLst>
            </a:custGeom>
            <a:solidFill>
              <a:srgbClr val="1C7F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95250"/>
              <a:ext cx="1683718" cy="865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10621923" y="5782189"/>
            <a:ext cx="8105695" cy="2473982"/>
            <a:chOff x="0" y="-95250"/>
            <a:chExt cx="2134833" cy="651583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2134833" cy="556333"/>
            </a:xfrm>
            <a:custGeom>
              <a:rect b="b" l="l" r="r" t="t"/>
              <a:pathLst>
                <a:path extrusionOk="0" h="556333" w="2134833">
                  <a:moveTo>
                    <a:pt x="48711" y="0"/>
                  </a:moveTo>
                  <a:lnTo>
                    <a:pt x="2086122" y="0"/>
                  </a:lnTo>
                  <a:cubicBezTo>
                    <a:pt x="2099041" y="0"/>
                    <a:pt x="2111431" y="5132"/>
                    <a:pt x="2120566" y="14267"/>
                  </a:cubicBezTo>
                  <a:cubicBezTo>
                    <a:pt x="2129701" y="23402"/>
                    <a:pt x="2134833" y="35792"/>
                    <a:pt x="2134833" y="48711"/>
                  </a:cubicBezTo>
                  <a:lnTo>
                    <a:pt x="2134833" y="507622"/>
                  </a:lnTo>
                  <a:cubicBezTo>
                    <a:pt x="2134833" y="520541"/>
                    <a:pt x="2129701" y="532931"/>
                    <a:pt x="2120566" y="542066"/>
                  </a:cubicBezTo>
                  <a:cubicBezTo>
                    <a:pt x="2111431" y="551201"/>
                    <a:pt x="2099041" y="556333"/>
                    <a:pt x="2086122" y="556333"/>
                  </a:cubicBezTo>
                  <a:lnTo>
                    <a:pt x="48711" y="556333"/>
                  </a:lnTo>
                  <a:cubicBezTo>
                    <a:pt x="35792" y="556333"/>
                    <a:pt x="23402" y="551201"/>
                    <a:pt x="14267" y="542066"/>
                  </a:cubicBezTo>
                  <a:cubicBezTo>
                    <a:pt x="5132" y="532931"/>
                    <a:pt x="0" y="520541"/>
                    <a:pt x="0" y="507622"/>
                  </a:cubicBezTo>
                  <a:lnTo>
                    <a:pt x="0" y="48711"/>
                  </a:lnTo>
                  <a:cubicBezTo>
                    <a:pt x="0" y="35792"/>
                    <a:pt x="5132" y="23402"/>
                    <a:pt x="14267" y="14267"/>
                  </a:cubicBezTo>
                  <a:cubicBezTo>
                    <a:pt x="23402" y="5132"/>
                    <a:pt x="35792" y="0"/>
                    <a:pt x="48711" y="0"/>
                  </a:cubicBezTo>
                  <a:close/>
                </a:path>
              </a:pathLst>
            </a:custGeom>
            <a:solidFill>
              <a:srgbClr val="FC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0" y="-95250"/>
              <a:ext cx="2134833" cy="65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3"/>
          <p:cNvSpPr/>
          <p:nvPr/>
        </p:nvSpPr>
        <p:spPr>
          <a:xfrm>
            <a:off x="14581875" y="9096650"/>
            <a:ext cx="4011887" cy="1197385"/>
          </a:xfrm>
          <a:custGeom>
            <a:rect b="b" l="l" r="r" t="t"/>
            <a:pathLst>
              <a:path extrusionOk="0" h="1194399" w="3706131">
                <a:moveTo>
                  <a:pt x="0" y="0"/>
                </a:moveTo>
                <a:lnTo>
                  <a:pt x="3706131" y="0"/>
                </a:lnTo>
                <a:lnTo>
                  <a:pt x="3706131" y="1194399"/>
                </a:lnTo>
                <a:lnTo>
                  <a:pt x="0" y="1194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6775" l="0" r="0" t="-93524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1072121" y="6427862"/>
            <a:ext cx="7019496" cy="1544289"/>
          </a:xfrm>
          <a:custGeom>
            <a:rect b="b" l="l" r="r" t="t"/>
            <a:pathLst>
              <a:path extrusionOk="0" h="1544289" w="7019496">
                <a:moveTo>
                  <a:pt x="0" y="0"/>
                </a:moveTo>
                <a:lnTo>
                  <a:pt x="7019496" y="0"/>
                </a:lnTo>
                <a:lnTo>
                  <a:pt x="7019496" y="1544289"/>
                </a:lnTo>
                <a:lnTo>
                  <a:pt x="0" y="15442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13"/>
          <p:cNvGrpSpPr/>
          <p:nvPr/>
        </p:nvGrpSpPr>
        <p:grpSpPr>
          <a:xfrm>
            <a:off x="1533431" y="-361655"/>
            <a:ext cx="5952780" cy="8618204"/>
            <a:chOff x="0" y="-95250"/>
            <a:chExt cx="1567800" cy="2269800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1567711" cy="2174465"/>
            </a:xfrm>
            <a:custGeom>
              <a:rect b="b" l="l" r="r" t="t"/>
              <a:pathLst>
                <a:path extrusionOk="0" h="2174465" w="1567711">
                  <a:moveTo>
                    <a:pt x="0" y="0"/>
                  </a:moveTo>
                  <a:lnTo>
                    <a:pt x="1567711" y="0"/>
                  </a:lnTo>
                  <a:lnTo>
                    <a:pt x="1567711" y="2174465"/>
                  </a:lnTo>
                  <a:lnTo>
                    <a:pt x="0" y="2174465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7" name="Google Shape;97;p13"/>
            <p:cNvSpPr txBox="1"/>
            <p:nvPr/>
          </p:nvSpPr>
          <p:spPr>
            <a:xfrm>
              <a:off x="0" y="-95250"/>
              <a:ext cx="1567800" cy="22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3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Colocar </a:t>
              </a:r>
              <a:r>
                <a:rPr b="1" lang="en-US" sz="2400"/>
                <a:t>Imagen referencial del proyecto</a:t>
              </a:r>
              <a:endParaRPr/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1533418" y="-361642"/>
            <a:ext cx="5952780" cy="8702495"/>
            <a:chOff x="0" y="-95250"/>
            <a:chExt cx="1567800" cy="2292000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1567711" cy="2196731"/>
            </a:xfrm>
            <a:custGeom>
              <a:rect b="b" l="l" r="r" t="t"/>
              <a:pathLst>
                <a:path extrusionOk="0" h="2196731" w="1567711">
                  <a:moveTo>
                    <a:pt x="0" y="0"/>
                  </a:moveTo>
                  <a:lnTo>
                    <a:pt x="1567711" y="0"/>
                  </a:lnTo>
                  <a:lnTo>
                    <a:pt x="1567711" y="2196731"/>
                  </a:lnTo>
                  <a:lnTo>
                    <a:pt x="0" y="2196731"/>
                  </a:lnTo>
                  <a:close/>
                </a:path>
              </a:pathLst>
            </a:custGeom>
            <a:solidFill>
              <a:srgbClr val="1C7FD9">
                <a:alpha val="33730"/>
              </a:srgbClr>
            </a:solidFill>
            <a:ln>
              <a:noFill/>
            </a:ln>
          </p:spPr>
        </p:sp>
        <p:sp>
          <p:nvSpPr>
            <p:cNvPr id="100" name="Google Shape;100;p13"/>
            <p:cNvSpPr txBox="1"/>
            <p:nvPr/>
          </p:nvSpPr>
          <p:spPr>
            <a:xfrm>
              <a:off x="0" y="-95250"/>
              <a:ext cx="1567800" cy="22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3"/>
          <p:cNvSpPr txBox="1"/>
          <p:nvPr/>
        </p:nvSpPr>
        <p:spPr>
          <a:xfrm>
            <a:off x="8172625" y="2613122"/>
            <a:ext cx="9944700" cy="23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99">
                <a:latin typeface="Anton"/>
                <a:ea typeface="Anton"/>
                <a:cs typeface="Anton"/>
                <a:sym typeface="Anton"/>
              </a:rPr>
              <a:t>Nombre del Proyecto </a:t>
            </a:r>
            <a:endParaRPr sz="3899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just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99">
                <a:latin typeface="Anton"/>
                <a:ea typeface="Anton"/>
                <a:cs typeface="Anton"/>
                <a:sym typeface="Anton"/>
              </a:rPr>
              <a:t>Nombre del Grupo </a:t>
            </a:r>
            <a:endParaRPr sz="3899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just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9">
                <a:latin typeface="Anton"/>
                <a:ea typeface="Anton"/>
                <a:cs typeface="Anton"/>
                <a:sym typeface="Anton"/>
              </a:rPr>
              <a:t>Fecha: xx/06/2026</a:t>
            </a:r>
            <a:endParaRPr sz="2699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710764" y="9318977"/>
            <a:ext cx="7247507" cy="1198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3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8" u="none" cap="none" strike="noStrike">
                <a:solidFill>
                  <a:srgbClr val="FCFFFE"/>
                </a:solidFill>
                <a:latin typeface="Anton"/>
                <a:ea typeface="Anton"/>
                <a:cs typeface="Anton"/>
                <a:sym typeface="Anton"/>
              </a:rPr>
              <a:t>Expositor: ------</a:t>
            </a:r>
            <a:endParaRPr/>
          </a:p>
          <a:p>
            <a:pPr indent="0" lvl="0" marL="0" marR="0" rtl="0" algn="ctr">
              <a:lnSpc>
                <a:spcPct val="1594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78" u="none" cap="none" strike="noStrike">
              <a:solidFill>
                <a:srgbClr val="FCFFFE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0296135" y="111305"/>
            <a:ext cx="5697694" cy="641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65" u="none" cap="none" strike="noStrike">
                <a:solidFill>
                  <a:srgbClr val="00BAFF"/>
                </a:solidFill>
                <a:latin typeface="Open Sans"/>
                <a:ea typeface="Open Sans"/>
                <a:cs typeface="Open Sans"/>
                <a:sym typeface="Open Sans"/>
              </a:rPr>
              <a:t>“ Colocar frase (opcional)”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4"/>
          <p:cNvGrpSpPr/>
          <p:nvPr/>
        </p:nvGrpSpPr>
        <p:grpSpPr>
          <a:xfrm>
            <a:off x="-711243" y="-191361"/>
            <a:ext cx="5862862" cy="1663141"/>
            <a:chOff x="0" y="-95250"/>
            <a:chExt cx="1544128" cy="43802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1544128" cy="342779"/>
            </a:xfrm>
            <a:custGeom>
              <a:rect b="b" l="l" r="r" t="t"/>
              <a:pathLst>
                <a:path extrusionOk="0" h="342779" w="1544128">
                  <a:moveTo>
                    <a:pt x="67346" y="0"/>
                  </a:moveTo>
                  <a:lnTo>
                    <a:pt x="1476783" y="0"/>
                  </a:lnTo>
                  <a:cubicBezTo>
                    <a:pt x="1494644" y="0"/>
                    <a:pt x="1511773" y="7095"/>
                    <a:pt x="1524403" y="19725"/>
                  </a:cubicBezTo>
                  <a:cubicBezTo>
                    <a:pt x="1537033" y="32355"/>
                    <a:pt x="1544128" y="49484"/>
                    <a:pt x="1544128" y="67346"/>
                  </a:cubicBezTo>
                  <a:lnTo>
                    <a:pt x="1544128" y="275433"/>
                  </a:lnTo>
                  <a:cubicBezTo>
                    <a:pt x="1544128" y="293295"/>
                    <a:pt x="1537033" y="310424"/>
                    <a:pt x="1524403" y="323054"/>
                  </a:cubicBezTo>
                  <a:cubicBezTo>
                    <a:pt x="1511773" y="335684"/>
                    <a:pt x="1494644" y="342779"/>
                    <a:pt x="1476783" y="342779"/>
                  </a:cubicBezTo>
                  <a:lnTo>
                    <a:pt x="67346" y="342779"/>
                  </a:lnTo>
                  <a:cubicBezTo>
                    <a:pt x="49484" y="342779"/>
                    <a:pt x="32355" y="335684"/>
                    <a:pt x="19725" y="323054"/>
                  </a:cubicBezTo>
                  <a:cubicBezTo>
                    <a:pt x="7095" y="310424"/>
                    <a:pt x="0" y="293295"/>
                    <a:pt x="0" y="275433"/>
                  </a:cubicBezTo>
                  <a:lnTo>
                    <a:pt x="0" y="67346"/>
                  </a:lnTo>
                  <a:cubicBezTo>
                    <a:pt x="0" y="49484"/>
                    <a:pt x="7095" y="32355"/>
                    <a:pt x="19725" y="19725"/>
                  </a:cubicBezTo>
                  <a:cubicBezTo>
                    <a:pt x="32355" y="7095"/>
                    <a:pt x="49484" y="0"/>
                    <a:pt x="67346" y="0"/>
                  </a:cubicBezTo>
                  <a:close/>
                </a:path>
              </a:pathLst>
            </a:custGeom>
            <a:solidFill>
              <a:srgbClr val="006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0" y="-95250"/>
              <a:ext cx="1544128" cy="438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8905477" y="461026"/>
            <a:ext cx="7607636" cy="5337706"/>
            <a:chOff x="0" y="-95250"/>
            <a:chExt cx="2003657" cy="1405816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2003657" cy="1310566"/>
            </a:xfrm>
            <a:custGeom>
              <a:rect b="b" l="l" r="r" t="t"/>
              <a:pathLst>
                <a:path extrusionOk="0" h="1310566" w="2003657">
                  <a:moveTo>
                    <a:pt x="0" y="0"/>
                  </a:moveTo>
                  <a:lnTo>
                    <a:pt x="2003657" y="0"/>
                  </a:lnTo>
                  <a:lnTo>
                    <a:pt x="2003657" y="1310566"/>
                  </a:lnTo>
                  <a:lnTo>
                    <a:pt x="0" y="1310566"/>
                  </a:lnTo>
                  <a:close/>
                </a:path>
              </a:pathLst>
            </a:custGeom>
            <a:solidFill>
              <a:srgbClr val="0067BB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0" y="-95250"/>
              <a:ext cx="2003657" cy="1405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478361" y="6619201"/>
            <a:ext cx="1091607" cy="1504443"/>
            <a:chOff x="0" y="-95250"/>
            <a:chExt cx="287501" cy="396232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287501" cy="300982"/>
            </a:xfrm>
            <a:custGeom>
              <a:rect b="b" l="l" r="r" t="t"/>
              <a:pathLst>
                <a:path extrusionOk="0" h="300982" w="287501">
                  <a:moveTo>
                    <a:pt x="0" y="0"/>
                  </a:moveTo>
                  <a:lnTo>
                    <a:pt x="287501" y="0"/>
                  </a:lnTo>
                  <a:lnTo>
                    <a:pt x="287501" y="300982"/>
                  </a:lnTo>
                  <a:lnTo>
                    <a:pt x="0" y="300982"/>
                  </a:lnTo>
                  <a:close/>
                </a:path>
              </a:pathLst>
            </a:custGeom>
            <a:solidFill>
              <a:srgbClr val="0067BB"/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0" y="-95250"/>
              <a:ext cx="287501" cy="39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3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5307221" y="6619201"/>
            <a:ext cx="4032385" cy="1504443"/>
            <a:chOff x="0" y="-482203"/>
            <a:chExt cx="5376512" cy="2005924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0" y="-482203"/>
              <a:ext cx="1455475" cy="2005924"/>
              <a:chOff x="0" y="-95250"/>
              <a:chExt cx="287501" cy="396232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0" y="0"/>
                <a:ext cx="287501" cy="300982"/>
              </a:xfrm>
              <a:custGeom>
                <a:rect b="b" l="l" r="r" t="t"/>
                <a:pathLst>
                  <a:path extrusionOk="0" h="300982" w="287501">
                    <a:moveTo>
                      <a:pt x="0" y="0"/>
                    </a:moveTo>
                    <a:lnTo>
                      <a:pt x="287501" y="0"/>
                    </a:lnTo>
                    <a:lnTo>
                      <a:pt x="287501" y="300982"/>
                    </a:lnTo>
                    <a:lnTo>
                      <a:pt x="0" y="300982"/>
                    </a:lnTo>
                    <a:close/>
                  </a:path>
                </a:pathLst>
              </a:custGeom>
              <a:solidFill>
                <a:srgbClr val="0067BB"/>
              </a:solidFill>
              <a:ln>
                <a:noFill/>
              </a:ln>
            </p:spPr>
          </p:sp>
          <p:sp>
            <p:nvSpPr>
              <p:cNvPr id="120" name="Google Shape;120;p14"/>
              <p:cNvSpPr txBox="1"/>
              <p:nvPr/>
            </p:nvSpPr>
            <p:spPr>
              <a:xfrm>
                <a:off x="0" y="-95250"/>
                <a:ext cx="287501" cy="396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93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sp>
          <p:nvSpPr>
            <p:cNvPr id="121" name="Google Shape;121;p14"/>
            <p:cNvSpPr txBox="1"/>
            <p:nvPr/>
          </p:nvSpPr>
          <p:spPr>
            <a:xfrm>
              <a:off x="1191812" y="218776"/>
              <a:ext cx="4184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3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9">
                  <a:latin typeface="Anton"/>
                  <a:ea typeface="Anton"/>
                  <a:cs typeface="Anton"/>
                  <a:sym typeface="Anton"/>
                </a:rPr>
                <a:t>Justificación </a:t>
              </a:r>
              <a:endParaRPr/>
            </a:p>
          </p:txBody>
        </p:sp>
      </p:grpSp>
      <p:grpSp>
        <p:nvGrpSpPr>
          <p:cNvPr id="122" name="Google Shape;122;p14"/>
          <p:cNvGrpSpPr/>
          <p:nvPr/>
        </p:nvGrpSpPr>
        <p:grpSpPr>
          <a:xfrm>
            <a:off x="11409639" y="6619201"/>
            <a:ext cx="7658136" cy="1504443"/>
            <a:chOff x="0" y="-482203"/>
            <a:chExt cx="10210849" cy="2005924"/>
          </a:xfrm>
        </p:grpSpPr>
        <p:grpSp>
          <p:nvGrpSpPr>
            <p:cNvPr id="123" name="Google Shape;123;p14"/>
            <p:cNvGrpSpPr/>
            <p:nvPr/>
          </p:nvGrpSpPr>
          <p:grpSpPr>
            <a:xfrm>
              <a:off x="0" y="-482203"/>
              <a:ext cx="1455475" cy="2005924"/>
              <a:chOff x="0" y="-95250"/>
              <a:chExt cx="287501" cy="396232"/>
            </a:xfrm>
          </p:grpSpPr>
          <p:sp>
            <p:nvSpPr>
              <p:cNvPr id="124" name="Google Shape;124;p14"/>
              <p:cNvSpPr/>
              <p:nvPr/>
            </p:nvSpPr>
            <p:spPr>
              <a:xfrm>
                <a:off x="0" y="0"/>
                <a:ext cx="287501" cy="300982"/>
              </a:xfrm>
              <a:custGeom>
                <a:rect b="b" l="l" r="r" t="t"/>
                <a:pathLst>
                  <a:path extrusionOk="0" h="300982" w="287501">
                    <a:moveTo>
                      <a:pt x="0" y="0"/>
                    </a:moveTo>
                    <a:lnTo>
                      <a:pt x="287501" y="0"/>
                    </a:lnTo>
                    <a:lnTo>
                      <a:pt x="287501" y="300982"/>
                    </a:lnTo>
                    <a:lnTo>
                      <a:pt x="0" y="300982"/>
                    </a:lnTo>
                    <a:close/>
                  </a:path>
                </a:pathLst>
              </a:custGeom>
              <a:solidFill>
                <a:srgbClr val="0067BB"/>
              </a:solidFill>
              <a:ln>
                <a:noFill/>
              </a:ln>
            </p:spPr>
          </p:sp>
          <p:sp>
            <p:nvSpPr>
              <p:cNvPr id="125" name="Google Shape;125;p14"/>
              <p:cNvSpPr txBox="1"/>
              <p:nvPr/>
            </p:nvSpPr>
            <p:spPr>
              <a:xfrm>
                <a:off x="0" y="-95250"/>
                <a:ext cx="287501" cy="396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93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  <p:sp>
          <p:nvSpPr>
            <p:cNvPr id="126" name="Google Shape;126;p14"/>
            <p:cNvSpPr txBox="1"/>
            <p:nvPr/>
          </p:nvSpPr>
          <p:spPr>
            <a:xfrm>
              <a:off x="1806349" y="218763"/>
              <a:ext cx="84045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3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9">
                  <a:latin typeface="Anton"/>
                  <a:ea typeface="Anton"/>
                  <a:cs typeface="Anton"/>
                  <a:sym typeface="Anton"/>
                </a:rPr>
                <a:t>Objetivos </a:t>
              </a:r>
              <a:endParaRPr/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482881" y="8098246"/>
            <a:ext cx="4701441" cy="1504443"/>
            <a:chOff x="0" y="-482203"/>
            <a:chExt cx="6268589" cy="2005924"/>
          </a:xfrm>
        </p:grpSpPr>
        <p:grpSp>
          <p:nvGrpSpPr>
            <p:cNvPr id="128" name="Google Shape;128;p14"/>
            <p:cNvGrpSpPr/>
            <p:nvPr/>
          </p:nvGrpSpPr>
          <p:grpSpPr>
            <a:xfrm>
              <a:off x="0" y="-482203"/>
              <a:ext cx="1455475" cy="2005924"/>
              <a:chOff x="0" y="-95250"/>
              <a:chExt cx="287501" cy="396232"/>
            </a:xfrm>
          </p:grpSpPr>
          <p:sp>
            <p:nvSpPr>
              <p:cNvPr id="129" name="Google Shape;129;p14"/>
              <p:cNvSpPr/>
              <p:nvPr/>
            </p:nvSpPr>
            <p:spPr>
              <a:xfrm>
                <a:off x="0" y="0"/>
                <a:ext cx="287501" cy="300982"/>
              </a:xfrm>
              <a:custGeom>
                <a:rect b="b" l="l" r="r" t="t"/>
                <a:pathLst>
                  <a:path extrusionOk="0" h="300982" w="287501">
                    <a:moveTo>
                      <a:pt x="0" y="0"/>
                    </a:moveTo>
                    <a:lnTo>
                      <a:pt x="287501" y="0"/>
                    </a:lnTo>
                    <a:lnTo>
                      <a:pt x="287501" y="300982"/>
                    </a:lnTo>
                    <a:lnTo>
                      <a:pt x="0" y="300982"/>
                    </a:lnTo>
                    <a:close/>
                  </a:path>
                </a:pathLst>
              </a:custGeom>
              <a:solidFill>
                <a:srgbClr val="0067BB"/>
              </a:solidFill>
              <a:ln>
                <a:noFill/>
              </a:ln>
            </p:spPr>
          </p:sp>
          <p:sp>
            <p:nvSpPr>
              <p:cNvPr id="130" name="Google Shape;130;p14"/>
              <p:cNvSpPr txBox="1"/>
              <p:nvPr/>
            </p:nvSpPr>
            <p:spPr>
              <a:xfrm>
                <a:off x="0" y="-95250"/>
                <a:ext cx="287501" cy="396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93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sp>
          <p:nvSpPr>
            <p:cNvPr id="131" name="Google Shape;131;p14"/>
            <p:cNvSpPr txBox="1"/>
            <p:nvPr/>
          </p:nvSpPr>
          <p:spPr>
            <a:xfrm>
              <a:off x="1326989" y="163836"/>
              <a:ext cx="49416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3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9">
                  <a:latin typeface="Anton"/>
                  <a:ea typeface="Anton"/>
                  <a:cs typeface="Anton"/>
                  <a:sym typeface="Anton"/>
                </a:rPr>
                <a:t>Marco Teórico </a:t>
              </a:r>
              <a:endParaRPr/>
            </a:p>
          </p:txBody>
        </p:sp>
      </p:grpSp>
      <p:grpSp>
        <p:nvGrpSpPr>
          <p:cNvPr id="132" name="Google Shape;132;p14"/>
          <p:cNvGrpSpPr/>
          <p:nvPr/>
        </p:nvGrpSpPr>
        <p:grpSpPr>
          <a:xfrm>
            <a:off x="5307221" y="8027101"/>
            <a:ext cx="6102329" cy="1737600"/>
            <a:chOff x="0" y="-482203"/>
            <a:chExt cx="8136439" cy="2316799"/>
          </a:xfrm>
        </p:grpSpPr>
        <p:grpSp>
          <p:nvGrpSpPr>
            <p:cNvPr id="133" name="Google Shape;133;p14"/>
            <p:cNvGrpSpPr/>
            <p:nvPr/>
          </p:nvGrpSpPr>
          <p:grpSpPr>
            <a:xfrm>
              <a:off x="0" y="-482203"/>
              <a:ext cx="1455475" cy="2005924"/>
              <a:chOff x="0" y="-95250"/>
              <a:chExt cx="287501" cy="396232"/>
            </a:xfrm>
          </p:grpSpPr>
          <p:sp>
            <p:nvSpPr>
              <p:cNvPr id="134" name="Google Shape;134;p14"/>
              <p:cNvSpPr/>
              <p:nvPr/>
            </p:nvSpPr>
            <p:spPr>
              <a:xfrm>
                <a:off x="0" y="0"/>
                <a:ext cx="287501" cy="300982"/>
              </a:xfrm>
              <a:custGeom>
                <a:rect b="b" l="l" r="r" t="t"/>
                <a:pathLst>
                  <a:path extrusionOk="0" h="300982" w="287501">
                    <a:moveTo>
                      <a:pt x="0" y="0"/>
                    </a:moveTo>
                    <a:lnTo>
                      <a:pt x="287501" y="0"/>
                    </a:lnTo>
                    <a:lnTo>
                      <a:pt x="287501" y="300982"/>
                    </a:lnTo>
                    <a:lnTo>
                      <a:pt x="0" y="300982"/>
                    </a:lnTo>
                    <a:close/>
                  </a:path>
                </a:pathLst>
              </a:custGeom>
              <a:solidFill>
                <a:srgbClr val="0067BB"/>
              </a:solidFill>
              <a:ln>
                <a:noFill/>
              </a:ln>
            </p:spPr>
          </p:sp>
          <p:sp>
            <p:nvSpPr>
              <p:cNvPr id="135" name="Google Shape;135;p14"/>
              <p:cNvSpPr txBox="1"/>
              <p:nvPr/>
            </p:nvSpPr>
            <p:spPr>
              <a:xfrm>
                <a:off x="0" y="-95250"/>
                <a:ext cx="287501" cy="396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93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  <p:sp>
          <p:nvSpPr>
            <p:cNvPr id="136" name="Google Shape;136;p14"/>
            <p:cNvSpPr txBox="1"/>
            <p:nvPr/>
          </p:nvSpPr>
          <p:spPr>
            <a:xfrm>
              <a:off x="985939" y="-241104"/>
              <a:ext cx="71505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3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9">
                  <a:latin typeface="Anton"/>
                  <a:ea typeface="Anton"/>
                  <a:cs typeface="Anton"/>
                  <a:sym typeface="Anton"/>
                </a:rPr>
                <a:t>Metodología y Avances Desarrollados </a:t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>
            <a:off x="11409645" y="7994751"/>
            <a:ext cx="6877003" cy="1711424"/>
            <a:chOff x="0" y="-482203"/>
            <a:chExt cx="9169337" cy="2281899"/>
          </a:xfrm>
        </p:grpSpPr>
        <p:grpSp>
          <p:nvGrpSpPr>
            <p:cNvPr id="138" name="Google Shape;138;p14"/>
            <p:cNvGrpSpPr/>
            <p:nvPr/>
          </p:nvGrpSpPr>
          <p:grpSpPr>
            <a:xfrm>
              <a:off x="0" y="-482203"/>
              <a:ext cx="1455475" cy="2005924"/>
              <a:chOff x="0" y="-95250"/>
              <a:chExt cx="287501" cy="396232"/>
            </a:xfrm>
          </p:grpSpPr>
          <p:sp>
            <p:nvSpPr>
              <p:cNvPr id="139" name="Google Shape;139;p14"/>
              <p:cNvSpPr/>
              <p:nvPr/>
            </p:nvSpPr>
            <p:spPr>
              <a:xfrm>
                <a:off x="0" y="0"/>
                <a:ext cx="287501" cy="300982"/>
              </a:xfrm>
              <a:custGeom>
                <a:rect b="b" l="l" r="r" t="t"/>
                <a:pathLst>
                  <a:path extrusionOk="0" h="300982" w="287501">
                    <a:moveTo>
                      <a:pt x="0" y="0"/>
                    </a:moveTo>
                    <a:lnTo>
                      <a:pt x="287501" y="0"/>
                    </a:lnTo>
                    <a:lnTo>
                      <a:pt x="287501" y="300982"/>
                    </a:lnTo>
                    <a:lnTo>
                      <a:pt x="0" y="300982"/>
                    </a:lnTo>
                    <a:close/>
                  </a:path>
                </a:pathLst>
              </a:custGeom>
              <a:solidFill>
                <a:srgbClr val="0067BB"/>
              </a:solidFill>
              <a:ln>
                <a:noFill/>
              </a:ln>
            </p:spPr>
          </p:sp>
          <p:sp>
            <p:nvSpPr>
              <p:cNvPr id="140" name="Google Shape;140;p14"/>
              <p:cNvSpPr txBox="1"/>
              <p:nvPr/>
            </p:nvSpPr>
            <p:spPr>
              <a:xfrm>
                <a:off x="0" y="-95250"/>
                <a:ext cx="287501" cy="396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93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/>
              </a:p>
            </p:txBody>
          </p:sp>
        </p:grpSp>
        <p:sp>
          <p:nvSpPr>
            <p:cNvPr id="141" name="Google Shape;141;p14"/>
            <p:cNvSpPr txBox="1"/>
            <p:nvPr/>
          </p:nvSpPr>
          <p:spPr>
            <a:xfrm>
              <a:off x="1020437" y="-276004"/>
              <a:ext cx="81489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3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9">
                  <a:latin typeface="Anton"/>
                  <a:ea typeface="Anton"/>
                  <a:cs typeface="Anton"/>
                  <a:sym typeface="Anton"/>
                </a:rPr>
                <a:t>Resultados Preliminares y Próximos Pasos </a:t>
              </a:r>
              <a:endParaRPr/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7762381" y="1110128"/>
            <a:ext cx="7746664" cy="4913775"/>
            <a:chOff x="0" y="-95250"/>
            <a:chExt cx="2040274" cy="1294163"/>
          </a:xfrm>
        </p:grpSpPr>
        <p:sp>
          <p:nvSpPr>
            <p:cNvPr id="143" name="Google Shape;143;p14"/>
            <p:cNvSpPr/>
            <p:nvPr/>
          </p:nvSpPr>
          <p:spPr>
            <a:xfrm>
              <a:off x="0" y="0"/>
              <a:ext cx="2040274" cy="1198913"/>
            </a:xfrm>
            <a:custGeom>
              <a:rect b="b" l="l" r="r" t="t"/>
              <a:pathLst>
                <a:path extrusionOk="0" h="1198913" w="2040274">
                  <a:moveTo>
                    <a:pt x="0" y="0"/>
                  </a:moveTo>
                  <a:lnTo>
                    <a:pt x="2040274" y="0"/>
                  </a:lnTo>
                  <a:lnTo>
                    <a:pt x="2040274" y="1198913"/>
                  </a:lnTo>
                  <a:lnTo>
                    <a:pt x="0" y="1198913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44" name="Google Shape;144;p14"/>
            <p:cNvSpPr txBox="1"/>
            <p:nvPr/>
          </p:nvSpPr>
          <p:spPr>
            <a:xfrm>
              <a:off x="0" y="-95250"/>
              <a:ext cx="2040274" cy="1294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3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Colocar Imagen referencial del tema</a:t>
              </a:r>
              <a:endParaRPr/>
            </a:p>
          </p:txBody>
        </p:sp>
      </p:grpSp>
      <p:sp>
        <p:nvSpPr>
          <p:cNvPr id="145" name="Google Shape;145;p14"/>
          <p:cNvSpPr txBox="1"/>
          <p:nvPr/>
        </p:nvSpPr>
        <p:spPr>
          <a:xfrm>
            <a:off x="239775" y="290272"/>
            <a:ext cx="4334643" cy="73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FEFEFE"/>
                </a:solidFill>
                <a:latin typeface="Anton"/>
                <a:ea typeface="Anton"/>
                <a:cs typeface="Anton"/>
                <a:sym typeface="Anton"/>
              </a:rPr>
              <a:t>CONTENIDO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1759199" y="6619200"/>
            <a:ext cx="33588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99">
                <a:latin typeface="Anton"/>
                <a:ea typeface="Anton"/>
                <a:cs typeface="Anton"/>
                <a:sym typeface="Anton"/>
              </a:rPr>
              <a:t>Problema y Estado del Arte 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-6" y="1471763"/>
            <a:ext cx="3706131" cy="1194399"/>
          </a:xfrm>
          <a:custGeom>
            <a:rect b="b" l="l" r="r" t="t"/>
            <a:pathLst>
              <a:path extrusionOk="0" h="1194399" w="3706131">
                <a:moveTo>
                  <a:pt x="0" y="0"/>
                </a:moveTo>
                <a:lnTo>
                  <a:pt x="3706131" y="0"/>
                </a:lnTo>
                <a:lnTo>
                  <a:pt x="3706131" y="1194399"/>
                </a:lnTo>
                <a:lnTo>
                  <a:pt x="0" y="1194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6771" l="0" r="0" t="-93518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5"/>
          <p:cNvGrpSpPr/>
          <p:nvPr/>
        </p:nvGrpSpPr>
        <p:grpSpPr>
          <a:xfrm>
            <a:off x="-711243" y="-191361"/>
            <a:ext cx="5862862" cy="1663141"/>
            <a:chOff x="0" y="-95250"/>
            <a:chExt cx="1544128" cy="43802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1544128" cy="342779"/>
            </a:xfrm>
            <a:custGeom>
              <a:rect b="b" l="l" r="r" t="t"/>
              <a:pathLst>
                <a:path extrusionOk="0" h="342779" w="1544128">
                  <a:moveTo>
                    <a:pt x="67346" y="0"/>
                  </a:moveTo>
                  <a:lnTo>
                    <a:pt x="1476783" y="0"/>
                  </a:lnTo>
                  <a:cubicBezTo>
                    <a:pt x="1494644" y="0"/>
                    <a:pt x="1511773" y="7095"/>
                    <a:pt x="1524403" y="19725"/>
                  </a:cubicBezTo>
                  <a:cubicBezTo>
                    <a:pt x="1537033" y="32355"/>
                    <a:pt x="1544128" y="49484"/>
                    <a:pt x="1544128" y="67346"/>
                  </a:cubicBezTo>
                  <a:lnTo>
                    <a:pt x="1544128" y="275433"/>
                  </a:lnTo>
                  <a:cubicBezTo>
                    <a:pt x="1544128" y="293295"/>
                    <a:pt x="1537033" y="310424"/>
                    <a:pt x="1524403" y="323054"/>
                  </a:cubicBezTo>
                  <a:cubicBezTo>
                    <a:pt x="1511773" y="335684"/>
                    <a:pt x="1494644" y="342779"/>
                    <a:pt x="1476783" y="342779"/>
                  </a:cubicBezTo>
                  <a:lnTo>
                    <a:pt x="67346" y="342779"/>
                  </a:lnTo>
                  <a:cubicBezTo>
                    <a:pt x="49484" y="342779"/>
                    <a:pt x="32355" y="335684"/>
                    <a:pt x="19725" y="323054"/>
                  </a:cubicBezTo>
                  <a:cubicBezTo>
                    <a:pt x="7095" y="310424"/>
                    <a:pt x="0" y="293295"/>
                    <a:pt x="0" y="275433"/>
                  </a:cubicBezTo>
                  <a:lnTo>
                    <a:pt x="0" y="67346"/>
                  </a:lnTo>
                  <a:cubicBezTo>
                    <a:pt x="0" y="49484"/>
                    <a:pt x="7095" y="32355"/>
                    <a:pt x="19725" y="19725"/>
                  </a:cubicBezTo>
                  <a:cubicBezTo>
                    <a:pt x="32355" y="7095"/>
                    <a:pt x="49484" y="0"/>
                    <a:pt x="67346" y="0"/>
                  </a:cubicBezTo>
                  <a:close/>
                </a:path>
              </a:pathLst>
            </a:custGeom>
            <a:solidFill>
              <a:srgbClr val="006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 txBox="1"/>
            <p:nvPr/>
          </p:nvSpPr>
          <p:spPr>
            <a:xfrm>
              <a:off x="0" y="-95250"/>
              <a:ext cx="1544128" cy="438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 txBox="1"/>
          <p:nvPr/>
        </p:nvSpPr>
        <p:spPr>
          <a:xfrm>
            <a:off x="239775" y="290272"/>
            <a:ext cx="4334643" cy="73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FEFEFE"/>
                </a:solidFill>
                <a:latin typeface="Anton"/>
                <a:ea typeface="Anton"/>
                <a:cs typeface="Anton"/>
                <a:sym typeface="Anton"/>
              </a:rPr>
              <a:t>x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581869" y="9054788"/>
            <a:ext cx="3706131" cy="1194399"/>
          </a:xfrm>
          <a:custGeom>
            <a:rect b="b" l="l" r="r" t="t"/>
            <a:pathLst>
              <a:path extrusionOk="0" h="1194399" w="3706131">
                <a:moveTo>
                  <a:pt x="0" y="0"/>
                </a:moveTo>
                <a:lnTo>
                  <a:pt x="3706131" y="0"/>
                </a:lnTo>
                <a:lnTo>
                  <a:pt x="3706131" y="1194399"/>
                </a:lnTo>
                <a:lnTo>
                  <a:pt x="0" y="1194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6771" l="0" r="0" t="-93518"/>
            </a:stretch>
          </a:blipFill>
          <a:ln>
            <a:noFill/>
          </a:ln>
        </p:spPr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6"/>
          <p:cNvGrpSpPr/>
          <p:nvPr/>
        </p:nvGrpSpPr>
        <p:grpSpPr>
          <a:xfrm>
            <a:off x="-711243" y="-191361"/>
            <a:ext cx="5862862" cy="1663141"/>
            <a:chOff x="0" y="-95250"/>
            <a:chExt cx="1544128" cy="438029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1544128" cy="342779"/>
            </a:xfrm>
            <a:custGeom>
              <a:rect b="b" l="l" r="r" t="t"/>
              <a:pathLst>
                <a:path extrusionOk="0" h="342779" w="1544128">
                  <a:moveTo>
                    <a:pt x="67346" y="0"/>
                  </a:moveTo>
                  <a:lnTo>
                    <a:pt x="1476783" y="0"/>
                  </a:lnTo>
                  <a:cubicBezTo>
                    <a:pt x="1494644" y="0"/>
                    <a:pt x="1511773" y="7095"/>
                    <a:pt x="1524403" y="19725"/>
                  </a:cubicBezTo>
                  <a:cubicBezTo>
                    <a:pt x="1537033" y="32355"/>
                    <a:pt x="1544128" y="49484"/>
                    <a:pt x="1544128" y="67346"/>
                  </a:cubicBezTo>
                  <a:lnTo>
                    <a:pt x="1544128" y="275433"/>
                  </a:lnTo>
                  <a:cubicBezTo>
                    <a:pt x="1544128" y="293295"/>
                    <a:pt x="1537033" y="310424"/>
                    <a:pt x="1524403" y="323054"/>
                  </a:cubicBezTo>
                  <a:cubicBezTo>
                    <a:pt x="1511773" y="335684"/>
                    <a:pt x="1494644" y="342779"/>
                    <a:pt x="1476783" y="342779"/>
                  </a:cubicBezTo>
                  <a:lnTo>
                    <a:pt x="67346" y="342779"/>
                  </a:lnTo>
                  <a:cubicBezTo>
                    <a:pt x="49484" y="342779"/>
                    <a:pt x="32355" y="335684"/>
                    <a:pt x="19725" y="323054"/>
                  </a:cubicBezTo>
                  <a:cubicBezTo>
                    <a:pt x="7095" y="310424"/>
                    <a:pt x="0" y="293295"/>
                    <a:pt x="0" y="275433"/>
                  </a:cubicBezTo>
                  <a:lnTo>
                    <a:pt x="0" y="67346"/>
                  </a:lnTo>
                  <a:cubicBezTo>
                    <a:pt x="0" y="49484"/>
                    <a:pt x="7095" y="32355"/>
                    <a:pt x="19725" y="19725"/>
                  </a:cubicBezTo>
                  <a:cubicBezTo>
                    <a:pt x="32355" y="7095"/>
                    <a:pt x="49484" y="0"/>
                    <a:pt x="67346" y="0"/>
                  </a:cubicBezTo>
                  <a:close/>
                </a:path>
              </a:pathLst>
            </a:custGeom>
            <a:solidFill>
              <a:srgbClr val="006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0" y="-95250"/>
              <a:ext cx="1544128" cy="438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6"/>
          <p:cNvSpPr txBox="1"/>
          <p:nvPr/>
        </p:nvSpPr>
        <p:spPr>
          <a:xfrm>
            <a:off x="239775" y="290272"/>
            <a:ext cx="4334643" cy="73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FEFEFE"/>
                </a:solidFill>
                <a:latin typeface="Anton"/>
                <a:ea typeface="Anton"/>
                <a:cs typeface="Anton"/>
                <a:sym typeface="Anton"/>
              </a:rPr>
              <a:t>x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14581869" y="9054788"/>
            <a:ext cx="3706131" cy="1194399"/>
          </a:xfrm>
          <a:custGeom>
            <a:rect b="b" l="l" r="r" t="t"/>
            <a:pathLst>
              <a:path extrusionOk="0" h="1194399" w="3706131">
                <a:moveTo>
                  <a:pt x="0" y="0"/>
                </a:moveTo>
                <a:lnTo>
                  <a:pt x="3706131" y="0"/>
                </a:lnTo>
                <a:lnTo>
                  <a:pt x="3706131" y="1194399"/>
                </a:lnTo>
                <a:lnTo>
                  <a:pt x="0" y="1194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6771" l="0" r="0" t="-93518"/>
            </a:stretch>
          </a:blipFill>
          <a:ln>
            <a:noFill/>
          </a:ln>
        </p:spPr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7"/>
          <p:cNvGrpSpPr/>
          <p:nvPr/>
        </p:nvGrpSpPr>
        <p:grpSpPr>
          <a:xfrm>
            <a:off x="-711243" y="-191361"/>
            <a:ext cx="5862862" cy="1663141"/>
            <a:chOff x="0" y="-95250"/>
            <a:chExt cx="1544128" cy="438029"/>
          </a:xfrm>
        </p:grpSpPr>
        <p:sp>
          <p:nvSpPr>
            <p:cNvPr id="171" name="Google Shape;171;p17"/>
            <p:cNvSpPr/>
            <p:nvPr/>
          </p:nvSpPr>
          <p:spPr>
            <a:xfrm>
              <a:off x="0" y="0"/>
              <a:ext cx="1544128" cy="342779"/>
            </a:xfrm>
            <a:custGeom>
              <a:rect b="b" l="l" r="r" t="t"/>
              <a:pathLst>
                <a:path extrusionOk="0" h="342779" w="1544128">
                  <a:moveTo>
                    <a:pt x="67346" y="0"/>
                  </a:moveTo>
                  <a:lnTo>
                    <a:pt x="1476783" y="0"/>
                  </a:lnTo>
                  <a:cubicBezTo>
                    <a:pt x="1494644" y="0"/>
                    <a:pt x="1511773" y="7095"/>
                    <a:pt x="1524403" y="19725"/>
                  </a:cubicBezTo>
                  <a:cubicBezTo>
                    <a:pt x="1537033" y="32355"/>
                    <a:pt x="1544128" y="49484"/>
                    <a:pt x="1544128" y="67346"/>
                  </a:cubicBezTo>
                  <a:lnTo>
                    <a:pt x="1544128" y="275433"/>
                  </a:lnTo>
                  <a:cubicBezTo>
                    <a:pt x="1544128" y="293295"/>
                    <a:pt x="1537033" y="310424"/>
                    <a:pt x="1524403" y="323054"/>
                  </a:cubicBezTo>
                  <a:cubicBezTo>
                    <a:pt x="1511773" y="335684"/>
                    <a:pt x="1494644" y="342779"/>
                    <a:pt x="1476783" y="342779"/>
                  </a:cubicBezTo>
                  <a:lnTo>
                    <a:pt x="67346" y="342779"/>
                  </a:lnTo>
                  <a:cubicBezTo>
                    <a:pt x="49484" y="342779"/>
                    <a:pt x="32355" y="335684"/>
                    <a:pt x="19725" y="323054"/>
                  </a:cubicBezTo>
                  <a:cubicBezTo>
                    <a:pt x="7095" y="310424"/>
                    <a:pt x="0" y="293295"/>
                    <a:pt x="0" y="275433"/>
                  </a:cubicBezTo>
                  <a:lnTo>
                    <a:pt x="0" y="67346"/>
                  </a:lnTo>
                  <a:cubicBezTo>
                    <a:pt x="0" y="49484"/>
                    <a:pt x="7095" y="32355"/>
                    <a:pt x="19725" y="19725"/>
                  </a:cubicBezTo>
                  <a:cubicBezTo>
                    <a:pt x="32355" y="7095"/>
                    <a:pt x="49484" y="0"/>
                    <a:pt x="67346" y="0"/>
                  </a:cubicBezTo>
                  <a:close/>
                </a:path>
              </a:pathLst>
            </a:custGeom>
            <a:solidFill>
              <a:srgbClr val="006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0" y="-95250"/>
              <a:ext cx="1544128" cy="438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17"/>
          <p:cNvSpPr txBox="1"/>
          <p:nvPr/>
        </p:nvSpPr>
        <p:spPr>
          <a:xfrm>
            <a:off x="239775" y="290272"/>
            <a:ext cx="4334643" cy="73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FEFEFE"/>
                </a:solidFill>
                <a:latin typeface="Anton"/>
                <a:ea typeface="Anton"/>
                <a:cs typeface="Anton"/>
                <a:sym typeface="Anton"/>
              </a:rPr>
              <a:t>x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581869" y="9054788"/>
            <a:ext cx="3706131" cy="1194399"/>
          </a:xfrm>
          <a:custGeom>
            <a:rect b="b" l="l" r="r" t="t"/>
            <a:pathLst>
              <a:path extrusionOk="0" h="1194399" w="3706131">
                <a:moveTo>
                  <a:pt x="0" y="0"/>
                </a:moveTo>
                <a:lnTo>
                  <a:pt x="3706131" y="0"/>
                </a:lnTo>
                <a:lnTo>
                  <a:pt x="3706131" y="1194399"/>
                </a:lnTo>
                <a:lnTo>
                  <a:pt x="0" y="1194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6771" l="0" r="0" t="-93518"/>
            </a:stretch>
          </a:blipFill>
          <a:ln>
            <a:noFill/>
          </a:ln>
        </p:spPr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